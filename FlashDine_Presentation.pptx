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54864" cy="663854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4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ENTREPRENEURSHIP LAB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FlashDine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22860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4C8"/>
                </a:solidFill>
                <a:latin typeface="Calibri"/>
              </a:rPr>
              <a:t>Smart QR-Based Restaurant Ordering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0AFC4"/>
                </a:solidFill>
                <a:latin typeface="Calibri"/>
              </a:rPr>
              <a:t>Scan. Order. Enjoy — No Queues, No Waiting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5029200" cy="14173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45720" cy="141732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DF5"/>
                </a:solidFill>
                <a:latin typeface="Calibri"/>
              </a:rPr>
              <a:t>Presented by: Omkar Bhoir</a:t>
            </a:r>
          </a:p>
          <a:p>
            <a:pPr algn="l"/>
            <a:r>
              <a:rPr sz="1300" b="0">
                <a:solidFill>
                  <a:srgbClr val="E8EDF5"/>
                </a:solidFill>
                <a:latin typeface="Calibri"/>
              </a:rPr>
              <a:t>Project: FlashDine | Full-Stack Web App</a:t>
            </a:r>
          </a:p>
          <a:p>
            <a:pPr algn="l"/>
            <a:r>
              <a:rPr sz="1300" b="0">
                <a:solidFill>
                  <a:srgbClr val="E8EDF5"/>
                </a:solidFill>
                <a:latin typeface="Calibri"/>
              </a:rPr>
              <a:t>Stack: React · Node.js · Express ·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2004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651760" cy="42976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🚶 Long Queues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03120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DF5"/>
                </a:solidFill>
                <a:latin typeface="Calibri"/>
              </a:rPr>
              <a:t>Customers wait in long lines just to place an order at the counter, wasting time and causing frustration.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651760" cy="42976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📋 Manual Order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103120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DF5"/>
                </a:solidFill>
                <a:latin typeface="Calibri"/>
              </a:rPr>
              <a:t>Verbal or paper-based orders lead to miscommunication, wrong items, and operational inefficiencies.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2651760" cy="42976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⏳ Slow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03120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DF5"/>
                </a:solidFill>
                <a:latin typeface="Calibri"/>
              </a:rPr>
              <a:t>Restaurants struggle to handle peak-hour rush, causing delays, unhappy customers, and lost revenue.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417320"/>
            <a:ext cx="2651760" cy="42976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417320"/>
            <a:ext cx="265176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📵 No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2103120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DF5"/>
                </a:solidFill>
                <a:latin typeface="Calibri"/>
              </a:rPr>
              <a:t>Customers have no real-time insight into order status or estimated preparation time after placing an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Our Solution — FlashDine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6576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303520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45720" cy="5212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C8"/>
                </a:solidFill>
                <a:latin typeface="Calibri"/>
              </a:rPr>
              <a:t>FlashDine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E8EDF5"/>
                </a:solidFill>
                <a:latin typeface="Calibri"/>
              </a:rPr>
              <a:t>A smart, QR-powered digital ordering platform that eliminates queues, reduces order errors, and delivers a seamless dining experience — for both customers and restaurant staff.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QR code on each table — scan to open the digital menu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Order directly from your smartphone — no app needed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FCFS-based order queue for fair, efficient processing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Real-time order status &amp; estimated preparation time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Reduces counter footfall by up to 80%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E8EDF5"/>
                </a:solidFill>
                <a:latin typeface="Calibri"/>
              </a:rPr>
              <a:t>✅  Restaurant dashboard for order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325880"/>
            <a:ext cx="5897880" cy="1572768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325880"/>
            <a:ext cx="45720" cy="157276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904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FF"/>
                </a:solidFill>
                <a:latin typeface="Calibri"/>
              </a:rPr>
              <a:t>🏪 For Restaurants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20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DF5"/>
                </a:solidFill>
                <a:latin typeface="Calibri"/>
              </a:rPr>
              <a:t>Streamlined operations, faster table turns, fewer staff at counter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044952"/>
            <a:ext cx="5897880" cy="1572768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044952"/>
            <a:ext cx="45720" cy="157276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20954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C8"/>
                </a:solidFill>
                <a:latin typeface="Calibri"/>
              </a:rPr>
              <a:t>🙋 For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3931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DF5"/>
                </a:solidFill>
                <a:latin typeface="Calibri"/>
              </a:rPr>
              <a:t>Zero wait time, browse at leisure, track live order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4764024"/>
            <a:ext cx="5897880" cy="1572768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764024"/>
            <a:ext cx="45720" cy="15727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92861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📈 For 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5838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DF5"/>
                </a:solidFill>
                <a:latin typeface="Calibri"/>
              </a:rPr>
              <a:t>Lower operational costs, higher throughput, better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2004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1417320"/>
            <a:ext cx="198577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2574" y="1581912"/>
            <a:ext cx="694944" cy="694944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574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6356" y="185623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C8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QR Code
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Customer scans the QR code placed on the table using their smartphone camera.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6084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6084" y="1417320"/>
            <a:ext cx="1985772" cy="5486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1498" y="1581912"/>
            <a:ext cx="694944" cy="694944"/>
          </a:xfrm>
          <a:prstGeom prst="ellipse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1498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5280" y="185623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C8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0092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Menu
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0092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Digital menu loads instantly in the browser — no app download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5008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5008" y="1417320"/>
            <a:ext cx="198577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00422" y="1581912"/>
            <a:ext cx="694944" cy="694944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0422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4204" y="185623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C8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9016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Item
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9016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Customer browses categories, views details, and adds items to the cart.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3932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3932" y="1417320"/>
            <a:ext cx="1985772" cy="5486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59346" y="1581912"/>
            <a:ext cx="694944" cy="694944"/>
          </a:xfrm>
          <a:prstGeom prst="ellipse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9346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3128" y="185623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C8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7940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
Placed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7940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Order is submitted and enters the FCFS queue on the kitchen dashboard.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2856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72856" y="1417320"/>
            <a:ext cx="198577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18270" y="1581912"/>
            <a:ext cx="694944" cy="694944"/>
          </a:xfrm>
          <a:prstGeom prst="ellipse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8270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22052" y="185623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C8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6864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Kitchen
Processing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6864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Staff processes orders in queue order; estimated time is calculated dynamically.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31780" y="1417320"/>
            <a:ext cx="1985772" cy="50749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31780" y="1417320"/>
            <a:ext cx="1985772" cy="5486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77194" y="1581912"/>
            <a:ext cx="694944" cy="694944"/>
          </a:xfrm>
          <a:prstGeom prst="ellipse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77194" y="1581912"/>
            <a:ext cx="6949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5788" y="2423160"/>
            <a:ext cx="18577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
Ready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5788" y="3154680"/>
            <a:ext cx="18577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EDF5"/>
                </a:solidFill>
                <a:latin typeface="Calibri"/>
              </a:rPr>
              <a:t>Customer receives a real-time notification when their order is ready for pickup/serving.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7432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2588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45720" cy="2148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4356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17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QR-Based
Menu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03911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Unique QR codes per table; customers scan to instantly browse the full digital menu without any app.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2588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4356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C8"/>
                </a:solidFill>
                <a:latin typeface="Calibri"/>
              </a:rPr>
              <a:t>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417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Digital Cart
&amp; 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03911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Add items, customize quantities, and place orders directly from mobile browsers — seamlessly.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32588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325880"/>
            <a:ext cx="45720" cy="2148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356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FF"/>
                </a:solidFill>
                <a:latin typeface="Calibr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417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FCFS Order
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03911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Orders are processed in First-Come-First-Serve fashion ensuring fairness and predictable wait times.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32588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132588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14356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C8"/>
                </a:solidFill>
                <a:latin typeface="Calibri"/>
              </a:rPr>
              <a:t>⏱️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4173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Real-Time
Order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03911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Live status updates (Received → Preparing → Ready) with dynamic ETA displayed to customers.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70332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3703320"/>
            <a:ext cx="45720" cy="2148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FF"/>
                </a:solidFill>
                <a:latin typeface="Calibri"/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5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Secure Auth
&amp;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441655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JWT-based user authentication ensures secure login, session management, and order ownership.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70332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370332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C8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9475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Restaurant
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441655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Staff view all pending/active orders, manage menu items, update status, and track performance.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70332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703320"/>
            <a:ext cx="45720" cy="2148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FF"/>
                </a:solidFill>
                <a:latin typeface="Calibri"/>
              </a:rPr>
              <a:t>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79475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Responsive
UI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8" y="441655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Fully responsive interface built with React + Tailwind CSS — works flawlessly on any device.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703320"/>
            <a:ext cx="269748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20" y="370332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8048" y="3813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C8"/>
                </a:solidFill>
                <a:latin typeface="Calibri"/>
              </a:rPr>
              <a:t>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3794759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Fast &amp;
Scalable 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48" y="4416552"/>
            <a:ext cx="249631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Node.js + Express API with PostgreSQL ensures high throughput and easy horizontal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2860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657600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3657600" cy="4572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C8"/>
                </a:solidFill>
                <a:latin typeface="Calibri"/>
              </a:rPr>
              <a:t>🙋 Customer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965960"/>
            <a:ext cx="32004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10312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Zero queue time — order from the table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Browse menu at own pace with rich details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Live order status &amp; preparation ETA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Error-free orders, no miscommunication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Seamless mobile-first experience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No app download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325880"/>
            <a:ext cx="3657600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325880"/>
            <a:ext cx="365760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FF"/>
                </a:solidFill>
                <a:latin typeface="Calibri"/>
              </a:rPr>
              <a:t>🏪 Restaurant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965960"/>
            <a:ext cx="3200400" cy="182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210312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Drastically reduced counter crowd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Fewer staff required at billing/order desk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Digital record of all orders — no paperwork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Faster table turnover &amp; higher throughput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Better kitchen coordination via dashboard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Real-time order flow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4736" y="1325880"/>
            <a:ext cx="3657600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74736" y="1325880"/>
            <a:ext cx="3657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alibri"/>
              </a:rPr>
              <a:t>📈 Operational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7" y="1965960"/>
            <a:ext cx="320040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210312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Lower operational &amp; manpower costs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FCFS queue ensures fair order processing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Scalable system for multiple branches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Data-driven insights from order history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Reduced billing errors &amp; disputes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E8EDF5"/>
                </a:solidFill>
                <a:latin typeface="Calibri"/>
              </a:rPr>
              <a:t>  ›  Improved overall customer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27432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606040" cy="21031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260604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544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8BFF"/>
                </a:solidFill>
                <a:latin typeface="Calibri"/>
              </a:rPr>
              <a:t>~80%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5"/>
                </a:solidFill>
                <a:latin typeface="Calibri"/>
              </a:rPr>
              <a:t>Reduction in
Counter Footfall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606040" cy="21031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606040" cy="6400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C8"/>
                </a:solidFill>
                <a:latin typeface="Calibri"/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5"/>
                </a:solidFill>
                <a:latin typeface="Calibri"/>
              </a:rPr>
              <a:t>Faster Order
Processing 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06040" cy="21031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6060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5544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  <a:latin typeface="Calibri"/>
              </a:rPr>
              <a:t>↑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5"/>
                </a:solidFill>
                <a:latin typeface="Calibri"/>
              </a:rPr>
              <a:t>Increase in
Table Turnover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371600"/>
            <a:ext cx="2606040" cy="210312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60604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5544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8BFF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DF5"/>
                </a:solidFill>
                <a:latin typeface="Calibri"/>
              </a:rPr>
              <a:t>Digital &amp;
Paperless Orders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03320"/>
            <a:ext cx="11640312" cy="4572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84048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Market Opportunity &amp; Growth Potential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80560"/>
            <a:ext cx="260604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48056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5537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8"/>
                </a:solidFill>
                <a:latin typeface="Calibri"/>
              </a:rPr>
              <a:t>🌍 Total Addressable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98348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India has 7.5 million+ restaurants. Even 1% adoption represents 75,000+ potential clients for FlashDine.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480560"/>
            <a:ext cx="260604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448056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45537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8"/>
                </a:solidFill>
                <a:latin typeface="Calibri"/>
              </a:rPr>
              <a:t>🚀 Scalability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498348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Cloud-hosted backend allows FlashDine to onboard hundreds of restaurants simultaneously with minimal infrastructure change.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480560"/>
            <a:ext cx="260604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48056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45537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8"/>
                </a:solidFill>
                <a:latin typeface="Calibri"/>
              </a:rPr>
              <a:t>💰 Revenue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98348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SaaS subscription per restaurant, transaction-based fees, white-label licensing for restaurant chains.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4480560"/>
            <a:ext cx="2606040" cy="214884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4480560"/>
            <a:ext cx="45720" cy="21488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4553712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8"/>
                </a:solidFill>
                <a:latin typeface="Calibri"/>
              </a:rPr>
              <a:t>🔮 Future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983480"/>
            <a:ext cx="2423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Payment gateway integration, AI-based menu recommendations, loyalty programmes, and multi-branch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73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SLIDE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57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2004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633472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63347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173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Calibri"/>
              </a:rPr>
              <a:t>🖥️ 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938528"/>
            <a:ext cx="2286000" cy="1828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10312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React.js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5603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Component-based UI for a dynamic, fast-loading customer interface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520439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611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977639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Lightning-fast build tool for optimised development &amp; production builds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93776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39496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Utility-first CSS framework for responsive, consistent styling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633472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1325880"/>
            <a:ext cx="2633472" cy="5486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14173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C8"/>
                </a:solidFill>
                <a:latin typeface="Calibri"/>
              </a:rPr>
              <a:t>⚙️  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1568" y="1938528"/>
            <a:ext cx="2286000" cy="1828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8" y="210312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25603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Event-driven runtime for handling concurrent order requests efficiently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01568" y="3520439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611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3977639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Minimalist web framework for RESTful API routing and middleware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493776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JWT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539496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Stateless authentication tokens for secure user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325880"/>
            <a:ext cx="2633472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325880"/>
            <a:ext cx="263347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14173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🗄️  Database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1938528"/>
            <a:ext cx="228600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19088" y="210312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25603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Relational DB for reliable storage of orders, menus, and user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3520439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3611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Prisma / 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977639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Type-safe database queries and easy schema migrations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493776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FCFS Logic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539496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Server-side queue management ensuring fair order processing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325880"/>
            <a:ext cx="2633472" cy="521208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26880" y="1325880"/>
            <a:ext cx="2633472" cy="54864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36607" y="14173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AFC4"/>
                </a:solidFill>
                <a:latin typeface="Calibri"/>
              </a:rPr>
              <a:t>☁️  Infrastructure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36607" y="1938528"/>
            <a:ext cx="2286000" cy="18288"/>
          </a:xfrm>
          <a:prstGeom prst="rect">
            <a:avLst/>
          </a:prstGeom>
          <a:solidFill>
            <a:srgbClr val="A0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36607" y="210312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28048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QR Code 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28048" y="256032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Dynamic QR codes generated per table, linked to table-specific URLs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36607" y="3520439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28048" y="3611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28048" y="3977639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Well-structured API endpoints for all client-server communication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36607" y="4937760"/>
            <a:ext cx="2414016" cy="12618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28048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Responsive PWA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28048" y="5394960"/>
            <a:ext cx="2194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DF5"/>
                </a:solidFill>
                <a:latin typeface="Calibri"/>
              </a:rPr>
              <a:t>Progressive Web App capabilities for mobile-first accessibility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54864" cy="663854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-731520"/>
            <a:ext cx="4572000" cy="4572000"/>
          </a:xfrm>
          <a:prstGeom prst="ellipse">
            <a:avLst/>
          </a:prstGeom>
          <a:solidFill>
            <a:srgbClr val="14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3657600"/>
            <a:ext cx="3200400" cy="3200400"/>
          </a:xfrm>
          <a:prstGeom prst="ellipse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2011680" cy="25603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05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FlashDine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2743200" cy="64008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D4C8"/>
                </a:solidFill>
                <a:latin typeface="Calibri"/>
              </a:rPr>
              <a:t>Transforming the way restaurants operate.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50">
                <a:solidFill>
                  <a:srgbClr val="E8EDF5"/>
                </a:solidFill>
                <a:latin typeface="Calibri"/>
              </a:rPr>
              <a:t>🔹  Eliminates long queues with QR-based table ordering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E8EDF5"/>
                </a:solidFill>
                <a:latin typeface="Calibri"/>
              </a:rPr>
              <a:t>🔹  FCFS queue ensures fair, efficient order management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E8EDF5"/>
                </a:solidFill>
                <a:latin typeface="Calibri"/>
              </a:rPr>
              <a:t>🔹  Real-time tracking keeps customers informed &amp; happy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E8EDF5"/>
                </a:solidFill>
                <a:latin typeface="Calibri"/>
              </a:rPr>
              <a:t>🔹  Reduces restaurant operating costs significantly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E8EDF5"/>
                </a:solidFill>
                <a:latin typeface="Calibri"/>
              </a:rPr>
              <a:t>🔹  Scalable to thousands of restaurants nationwide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6858000" cy="914400"/>
          </a:xfrm>
          <a:prstGeom prst="rect">
            <a:avLst/>
          </a:prstGeom>
          <a:solidFill>
            <a:srgbClr val="14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45720" cy="914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742432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FC4"/>
                </a:solidFill>
                <a:latin typeface="Calibri"/>
              </a:rPr>
              <a:t>GitHub: github.com/sarthak743/FlashDine   |   Built with React · Node.js · PostgreSQL</a:t>
            </a:r>
          </a:p>
          <a:p>
            <a:pPr algn="l"/>
            <a:r>
              <a:rPr sz="1200" b="0">
                <a:solidFill>
                  <a:srgbClr val="A0AFC4"/>
                </a:solidFill>
                <a:latin typeface="Calibri"/>
              </a:rPr>
              <a:t>Entrepreneurship Lab Project  |  Author: Omkar Bhoir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74320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D4C8"/>
                </a:solidFill>
                <a:latin typeface="Calibri"/>
              </a:rPr>
              <a:t>Thank You!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033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AFC4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